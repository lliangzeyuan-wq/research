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57" autoAdjust="0"/>
    <p:restoredTop sz="94660"/>
  </p:normalViewPr>
  <p:slideViewPr>
    <p:cSldViewPr snapToGrid="0">
      <p:cViewPr varScale="1">
        <p:scale>
          <a:sx n="51" d="100"/>
          <a:sy n="51" d="100"/>
        </p:scale>
        <p:origin x="64" y="1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84A80-201F-5DBF-3DD5-B9882F786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533A61-884F-7E5F-B806-8CFD955FB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32A5A-C194-9052-F09E-329275A2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B2BD65-7D22-2E46-96DB-9A12CA6F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41CB98-5831-8DF9-907A-BFA5F612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30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43128-C9FF-A270-B762-35F603E4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99FAA0-F558-7D6D-21EE-8FA09A882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68C10E-E31B-6170-77EE-1E086AC0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63EA42-8A06-B458-31CE-186BAFC5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BA3476-47EF-EDDD-1252-166D4B31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26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3623A-C5E3-084A-D1FA-F7B2D771F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1D1FBF-E977-1DF7-0962-8A01C4C59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EDEA04-3AB2-1137-F6DE-597A36B92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34728F-C33D-1F2E-5480-C378F767C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6BE97C-7BFB-19F7-E9F1-D2B0CAAF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633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8CBC8-4FDC-EE2A-A9DF-EC7E1E28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3D9A07-A44D-1DDF-EBAC-A5A8A7B07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DACC56-97FA-B6E8-C6CE-4523F4A03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BE3C1D-5ECA-3DDD-463B-BA111E67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6F63A2-27F0-AE97-2C62-24E039CC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8D97E1-2FA5-24F4-8C27-62D9080BC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3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D00B-E893-2C3D-63BC-4DD72B9BC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D99F41-75A9-215B-CB6B-2EAE90BF3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C58D00-94B0-482E-BFE9-5017302DE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3F9144-78D1-4E6D-16C5-55C9FC0EB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3191E4-FFD4-1139-2071-54C80CCA7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9B8E08-A1E4-3167-5E33-4BDF1A87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9B11A7-214C-C36A-3F79-248019AF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679D82-E3C6-BFEE-5771-CAB4F5A1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169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B1720-9ED9-1077-C289-E7A593288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E5B5C7-72E0-EF47-D8D3-7E22687FF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483CBF-F427-D59E-E157-888746F5A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326A94-FA27-1689-4A94-A3F5D3CE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232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BC8F1E-7964-D115-4861-8B4C76D2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E2AF1F-7618-E5E6-0CEA-AA89A356C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D686A1-25D8-002D-F267-F28E7932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740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85023-5438-E793-E4EB-17DFCCC7C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E4EC75-CAB2-6A19-F4CE-CAC39A59F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91A711-3E0C-A98B-18C1-5150C3681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EDC768-CED4-CDE2-FF2E-4AC862BA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790EF3-21F1-6C67-CE0F-B5C16B5E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9C742D-F238-7BB5-8AF5-88543CAB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881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4F879-F711-13EF-545A-A8A3BF391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89E0A6-C848-3F3D-5AEE-88DB68FD826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6B405E-31A7-E973-39F8-CD36061C4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9A3DCF-2CFE-E6A6-3CDC-7C87A9D8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47BCE0-DD0E-E68B-3004-06049404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493EA0-7573-8D07-D65F-27316FBE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6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27CD4-40D5-48E4-0300-942743AF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F9A09F-B23B-9C51-3AEA-8F123EA63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829E56-206C-1C40-3335-E871D17E9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60258F-9DDA-615B-3DE4-996A3CC06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F4433B-E214-AA1D-37CC-3F806FBA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77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23D29D-D68A-D9E4-C65C-9BE363F4E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7F8D68-8845-DA59-F9AE-10686D31B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882199-66B0-D3CC-81AB-5A9BDF86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9517F6-6F42-2B1A-FDC0-B2079AD0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CAA70-937A-F6FF-1436-CD954245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58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1AB6D6-4F34-A3B7-9D32-F22B708C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715F23-1EB4-B5A9-B566-2FE47EB22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B05982-63AC-2BC3-6AB9-1AECCB014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9CB13-F583-4423-B352-9B079C55183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72DBE2-C38D-9893-C006-85936783A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CA97C7-C4DB-2EC5-FB35-8BD78D4D2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BF197-330E-41A1-91F4-395C1956E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40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20C5B-46EB-9EAD-3399-F20D18091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基础与结构融合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6A073E-01B7-CCDA-13CB-6D26ED528D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848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41036-335C-1770-CE34-3DF216CC3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先定义一个结构体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CC57B1-7401-0644-12FD-46A1BF8E9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125"/>
            <a:ext cx="10515600" cy="435133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zh-CN" dirty="0"/>
              <a:t>struct Sample {</a:t>
            </a:r>
          </a:p>
          <a:p>
            <a:pPr marL="0" indent="0">
              <a:buNone/>
            </a:pPr>
            <a:r>
              <a:rPr lang="en-US" altLang="zh-CN" dirty="0"/>
              <a:t>   //</a:t>
            </a:r>
            <a:r>
              <a:rPr lang="zh-CN" altLang="zh-CN" dirty="0"/>
              <a:t>真实隐特征 + 噪声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float a0 = 0.0f;   // </a:t>
            </a:r>
            <a:r>
              <a:rPr lang="zh-CN" altLang="en-US" dirty="0"/>
              <a:t>观测到的音频特征</a:t>
            </a:r>
            <a:r>
              <a:rPr lang="en-US" altLang="zh-CN" dirty="0"/>
              <a:t>0</a:t>
            </a:r>
          </a:p>
          <a:p>
            <a:pPr marL="0" indent="0">
              <a:buNone/>
            </a:pPr>
            <a:r>
              <a:rPr lang="en-US" altLang="zh-CN" dirty="0"/>
              <a:t>    float a1 = 0.0f;   // </a:t>
            </a:r>
            <a:r>
              <a:rPr lang="zh-CN" altLang="en-US" dirty="0"/>
              <a:t>观测到的音频特征</a:t>
            </a:r>
            <a:r>
              <a:rPr lang="en-US" altLang="zh-CN" dirty="0"/>
              <a:t>1</a:t>
            </a:r>
          </a:p>
          <a:p>
            <a:pPr marL="0" indent="0">
              <a:buNone/>
            </a:pPr>
            <a:r>
              <a:rPr lang="en-US" altLang="zh-CN" dirty="0"/>
              <a:t>    float e0 = 0.0f;   // </a:t>
            </a:r>
            <a:r>
              <a:rPr lang="zh-CN" altLang="en-US" dirty="0"/>
              <a:t>观测到的环境特征</a:t>
            </a:r>
            <a:r>
              <a:rPr lang="en-US" altLang="zh-CN" dirty="0"/>
              <a:t>0</a:t>
            </a:r>
          </a:p>
          <a:p>
            <a:pPr marL="0" indent="0">
              <a:buNone/>
            </a:pPr>
            <a:r>
              <a:rPr lang="en-US" altLang="zh-CN" dirty="0"/>
              <a:t>    float e1 = 0.0f;   // </a:t>
            </a:r>
            <a:r>
              <a:rPr lang="zh-CN" altLang="en-US" dirty="0"/>
              <a:t>观测到的环境特征</a:t>
            </a:r>
            <a:r>
              <a:rPr lang="en-US" altLang="zh-CN" dirty="0"/>
              <a:t>1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float </a:t>
            </a:r>
            <a:r>
              <a:rPr lang="en-US" altLang="zh-CN" dirty="0" err="1"/>
              <a:t>qa</a:t>
            </a:r>
            <a:r>
              <a:rPr lang="en-US" altLang="zh-CN" dirty="0"/>
              <a:t> = 0.0f;   // </a:t>
            </a:r>
            <a:r>
              <a:rPr lang="zh-CN" altLang="en-US" dirty="0"/>
              <a:t>音频模态质量：</a:t>
            </a:r>
            <a:r>
              <a:rPr lang="en-US" altLang="zh-CN" dirty="0"/>
              <a:t>0</a:t>
            </a:r>
            <a:r>
              <a:rPr lang="zh-CN" altLang="en-US" dirty="0"/>
              <a:t>最差，</a:t>
            </a:r>
            <a:r>
              <a:rPr lang="en-US" altLang="zh-CN" dirty="0"/>
              <a:t>1</a:t>
            </a:r>
            <a:r>
              <a:rPr lang="zh-CN" altLang="en-US" dirty="0"/>
              <a:t>最好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float </a:t>
            </a:r>
            <a:r>
              <a:rPr lang="en-US" altLang="zh-CN" dirty="0" err="1"/>
              <a:t>qe</a:t>
            </a:r>
            <a:r>
              <a:rPr lang="en-US" altLang="zh-CN" dirty="0"/>
              <a:t> = 0.0f;   // </a:t>
            </a:r>
            <a:r>
              <a:rPr lang="zh-CN" altLang="en-US" dirty="0"/>
              <a:t>环境模态质量：</a:t>
            </a:r>
            <a:r>
              <a:rPr lang="en-US" altLang="zh-CN" dirty="0"/>
              <a:t>0</a:t>
            </a:r>
            <a:r>
              <a:rPr lang="zh-CN" altLang="en-US" dirty="0"/>
              <a:t>最差，</a:t>
            </a:r>
            <a:r>
              <a:rPr lang="en-US" altLang="zh-CN" dirty="0"/>
              <a:t>1</a:t>
            </a:r>
            <a:r>
              <a:rPr lang="zh-CN" altLang="en-US" dirty="0"/>
              <a:t>最好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int ma = 1;        // ma=1</a:t>
            </a:r>
            <a:r>
              <a:rPr lang="zh-CN" altLang="en-US" dirty="0"/>
              <a:t>：音频存在；</a:t>
            </a:r>
            <a:r>
              <a:rPr lang="en-US" altLang="zh-CN" dirty="0"/>
              <a:t>ma=0</a:t>
            </a:r>
            <a:r>
              <a:rPr lang="zh-CN" altLang="en-US" dirty="0"/>
              <a:t>：音频缺失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int me = 1;        // me=1</a:t>
            </a:r>
            <a:r>
              <a:rPr lang="zh-CN" altLang="en-US" dirty="0"/>
              <a:t>：环境存在；</a:t>
            </a:r>
            <a:r>
              <a:rPr lang="en-US" altLang="zh-CN" dirty="0"/>
              <a:t>me=0</a:t>
            </a:r>
            <a:r>
              <a:rPr lang="zh-CN" altLang="en-US" dirty="0"/>
              <a:t>：环境缺失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//</a:t>
            </a:r>
            <a:r>
              <a:rPr lang="zh-CN" altLang="en-US" dirty="0"/>
              <a:t>有风险（</a:t>
            </a:r>
            <a:r>
              <a:rPr lang="en-US" altLang="zh-CN" dirty="0"/>
              <a:t>y=1</a:t>
            </a:r>
            <a:r>
              <a:rPr lang="zh-CN" altLang="en-US" dirty="0"/>
              <a:t>）：听到异响、摔倒、异常噪音。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//</a:t>
            </a:r>
            <a:r>
              <a:rPr lang="zh-CN" altLang="en-US" dirty="0"/>
              <a:t>没有风险（</a:t>
            </a:r>
            <a:r>
              <a:rPr lang="en-US" altLang="zh-CN" dirty="0"/>
              <a:t>y=0</a:t>
            </a:r>
            <a:r>
              <a:rPr lang="zh-CN" altLang="en-US" dirty="0"/>
              <a:t>）：正常安静环境、正常说话，一切平安。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int y = 0;         // </a:t>
            </a:r>
            <a:r>
              <a:rPr lang="zh-CN" altLang="en-US" dirty="0"/>
              <a:t>真实标签：</a:t>
            </a:r>
            <a:r>
              <a:rPr lang="en-US" altLang="zh-CN" dirty="0"/>
              <a:t>1=</a:t>
            </a:r>
            <a:r>
              <a:rPr lang="zh-CN" altLang="en-US" dirty="0"/>
              <a:t>有风险，</a:t>
            </a:r>
            <a:r>
              <a:rPr lang="en-US" altLang="zh-CN" dirty="0"/>
              <a:t>0=</a:t>
            </a:r>
            <a:r>
              <a:rPr lang="zh-CN" altLang="en-US" dirty="0"/>
              <a:t>无风险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731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CDC53-1888-1D73-DFF9-76BA13AA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550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早期融合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6D092EF-DEC1-3CCE-0217-530B702BD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264" y="1219201"/>
            <a:ext cx="10384407" cy="535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1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3167D0-88D4-85AA-4827-96F59CD1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9800" y="-75142"/>
            <a:ext cx="10515600" cy="1325563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E66044-21BF-7D19-4CFD-16F94C6C2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521"/>
            <a:ext cx="11462197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67C8F0B-DB26-85F6-E95C-BF3A70C8460C}"/>
              </a:ext>
            </a:extLst>
          </p:cNvPr>
          <p:cNvSpPr txBox="1"/>
          <p:nvPr/>
        </p:nvSpPr>
        <p:spPr>
          <a:xfrm>
            <a:off x="11391781" y="2074334"/>
            <a:ext cx="800219" cy="3048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000" dirty="0"/>
              <a:t>特征级融合</a:t>
            </a:r>
          </a:p>
        </p:txBody>
      </p:sp>
    </p:spTree>
    <p:extLst>
      <p:ext uri="{BB962C8B-B14F-4D97-AF65-F5344CB8AC3E}">
        <p14:creationId xmlns:p14="http://schemas.microsoft.com/office/powerpoint/2010/main" val="372649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83138-9553-BF81-FF64-006F759C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晚期融合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53AF44-0FBC-EBA5-7B14-690040B7E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90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5CB27-9142-16D3-B3B2-BEE81129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C2891B-D7BE-0529-9D9B-71E957A12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310" y="76200"/>
            <a:ext cx="1141461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317BAAA-E64D-0425-355C-8302CE313200}"/>
              </a:ext>
            </a:extLst>
          </p:cNvPr>
          <p:cNvSpPr txBox="1"/>
          <p:nvPr/>
        </p:nvSpPr>
        <p:spPr>
          <a:xfrm>
            <a:off x="11295309" y="1568450"/>
            <a:ext cx="800219" cy="35750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000" dirty="0"/>
              <a:t>混合融合</a:t>
            </a:r>
          </a:p>
        </p:txBody>
      </p:sp>
    </p:spTree>
    <p:extLst>
      <p:ext uri="{BB962C8B-B14F-4D97-AF65-F5344CB8AC3E}">
        <p14:creationId xmlns:p14="http://schemas.microsoft.com/office/powerpoint/2010/main" val="66725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4C53D-6A5D-884C-EF5D-5D848EB9A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门控融合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CF0645-7457-A0B7-A457-B092CD9DB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081"/>
            <a:ext cx="12192000" cy="486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91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CA319-4688-2919-2080-0E1CD321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D227F1-62B1-D3D5-DBE1-51A7A5E79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63" y="0"/>
            <a:ext cx="10864207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885564A-FC2F-1052-11B4-8442FC01B7E7}"/>
              </a:ext>
            </a:extLst>
          </p:cNvPr>
          <p:cNvSpPr txBox="1"/>
          <p:nvPr/>
        </p:nvSpPr>
        <p:spPr>
          <a:xfrm>
            <a:off x="11453336" y="2099733"/>
            <a:ext cx="738664" cy="346286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3600" dirty="0"/>
              <a:t>双线性融合</a:t>
            </a:r>
          </a:p>
        </p:txBody>
      </p:sp>
    </p:spTree>
    <p:extLst>
      <p:ext uri="{BB962C8B-B14F-4D97-AF65-F5344CB8AC3E}">
        <p14:creationId xmlns:p14="http://schemas.microsoft.com/office/powerpoint/2010/main" val="24468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96C70-83FD-7925-F1CF-3852D6A31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46A5D9-7FF1-431E-6A02-AB22DF327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0" y="0"/>
            <a:ext cx="10246125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4845510-A804-B2B7-047F-99DAB734B6BB}"/>
              </a:ext>
            </a:extLst>
          </p:cNvPr>
          <p:cNvSpPr txBox="1"/>
          <p:nvPr/>
        </p:nvSpPr>
        <p:spPr>
          <a:xfrm>
            <a:off x="10873757" y="2055812"/>
            <a:ext cx="861774" cy="40232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400" dirty="0"/>
              <a:t>完整双线性</a:t>
            </a:r>
          </a:p>
        </p:txBody>
      </p:sp>
    </p:spTree>
    <p:extLst>
      <p:ext uri="{BB962C8B-B14F-4D97-AF65-F5344CB8AC3E}">
        <p14:creationId xmlns:p14="http://schemas.microsoft.com/office/powerpoint/2010/main" val="705920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D6D33C0-2058-5171-0596-C86E7E74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B2E723-BBC2-6FB3-0F02-E7AAF006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53" y="461962"/>
            <a:ext cx="6372225" cy="50196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F33DAEB-983D-A2BA-5D4F-0B3F9524CB3E}"/>
              </a:ext>
            </a:extLst>
          </p:cNvPr>
          <p:cNvSpPr txBox="1"/>
          <p:nvPr/>
        </p:nvSpPr>
        <p:spPr>
          <a:xfrm>
            <a:off x="10553581" y="2514600"/>
            <a:ext cx="800219" cy="3149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000" dirty="0"/>
              <a:t>低秩双线性</a:t>
            </a:r>
          </a:p>
        </p:txBody>
      </p:sp>
    </p:spTree>
    <p:extLst>
      <p:ext uri="{BB962C8B-B14F-4D97-AF65-F5344CB8AC3E}">
        <p14:creationId xmlns:p14="http://schemas.microsoft.com/office/powerpoint/2010/main" val="358545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8BC52-557D-E051-3D5C-AC0D86AF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E2B2DE-AC60-6F5A-0C04-F0657773C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686"/>
            <a:ext cx="12192000" cy="660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41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4C8EE-5490-926B-4F7E-C7393A1A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张量融合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7F3806-7AA2-FDB4-8E55-783B4994B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971675"/>
            <a:ext cx="83439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530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C7203-4653-B8D5-7B2E-14702050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01C066-CAF3-D615-BDA4-E71630F3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722"/>
            <a:ext cx="12192000" cy="641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46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45E96-2F07-FD52-918D-59E7F87C7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7" y="406399"/>
            <a:ext cx="10185400" cy="757688"/>
          </a:xfrm>
        </p:spPr>
        <p:txBody>
          <a:bodyPr/>
          <a:lstStyle/>
          <a:p>
            <a:r>
              <a:rPr lang="zh-CN" altLang="en-US" dirty="0"/>
              <a:t>跨模态注意力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CF2BF8-9EC7-F48A-8A3D-DF9C10F3C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" y="1239467"/>
            <a:ext cx="12192000" cy="521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62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9F623-DAC6-47EB-E643-A477FD47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99AA72-09E1-20F2-0799-5BD0B2EAE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95081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7CCFC90-18AA-7529-7F4E-12A4E981B59F}"/>
              </a:ext>
            </a:extLst>
          </p:cNvPr>
          <p:cNvSpPr txBox="1"/>
          <p:nvPr/>
        </p:nvSpPr>
        <p:spPr>
          <a:xfrm>
            <a:off x="10320403" y="1828800"/>
            <a:ext cx="923330" cy="3352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800" dirty="0"/>
              <a:t>专家混合</a:t>
            </a:r>
          </a:p>
        </p:txBody>
      </p:sp>
    </p:spTree>
    <p:extLst>
      <p:ext uri="{BB962C8B-B14F-4D97-AF65-F5344CB8AC3E}">
        <p14:creationId xmlns:p14="http://schemas.microsoft.com/office/powerpoint/2010/main" val="786791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52180-92D2-4434-8F98-B78D383C3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对比学习对齐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647CA6-85A1-CE89-5267-B95038FCD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285"/>
            <a:ext cx="12192000" cy="503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59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A18A9-3BDF-E33C-D21F-8753CC6C2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6475"/>
          </a:xfrm>
        </p:spPr>
        <p:txBody>
          <a:bodyPr>
            <a:normAutofit/>
          </a:bodyPr>
          <a:lstStyle/>
          <a:p>
            <a:r>
              <a:rPr lang="zh-CN" altLang="en-US" dirty="0"/>
              <a:t>其他方法 ：异质图融合、超图融合</a:t>
            </a:r>
          </a:p>
        </p:txBody>
      </p:sp>
    </p:spTree>
    <p:extLst>
      <p:ext uri="{BB962C8B-B14F-4D97-AF65-F5344CB8AC3E}">
        <p14:creationId xmlns:p14="http://schemas.microsoft.com/office/powerpoint/2010/main" val="2974870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330</Words>
  <Application>Microsoft Office PowerPoint</Application>
  <PresentationFormat>宽屏</PresentationFormat>
  <Paragraphs>32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基础与结构融合</vt:lpstr>
      <vt:lpstr>先定义一个结构体</vt:lpstr>
      <vt:lpstr>早期融合</vt:lpstr>
      <vt:lpstr>PowerPoint 演示文稿</vt:lpstr>
      <vt:lpstr>晚期融合</vt:lpstr>
      <vt:lpstr>PowerPoint 演示文稿</vt:lpstr>
      <vt:lpstr>门控融合</vt:lpstr>
      <vt:lpstr>PowerPoint 演示文稿</vt:lpstr>
      <vt:lpstr>PowerPoint 演示文稿</vt:lpstr>
      <vt:lpstr>PowerPoint 演示文稿</vt:lpstr>
      <vt:lpstr>PowerPoint 演示文稿</vt:lpstr>
      <vt:lpstr>张量融合</vt:lpstr>
      <vt:lpstr>PowerPoint 演示文稿</vt:lpstr>
      <vt:lpstr>跨模态注意力</vt:lpstr>
      <vt:lpstr>PowerPoint 演示文稿</vt:lpstr>
      <vt:lpstr>对比学习对齐</vt:lpstr>
      <vt:lpstr>其他方法 ：异质图融合、超图融合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5</cp:revision>
  <dcterms:created xsi:type="dcterms:W3CDTF">2026-10-11T18:13:50Z</dcterms:created>
  <dcterms:modified xsi:type="dcterms:W3CDTF">2026-10-12T08:13:17Z</dcterms:modified>
</cp:coreProperties>
</file>